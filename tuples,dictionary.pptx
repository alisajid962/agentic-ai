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Tuples and Dictionaries</a:t>
            </a:r>
          </a:p>
          <a:p>
            <a:r>
              <a:t>Concepts, Operations and Practice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Tuples</a:t>
            </a:r>
          </a:p>
          <a:p>
            <a:r>
              <a:t>- Perform operations on Tuples</a:t>
            </a:r>
          </a:p>
          <a:p>
            <a:r>
              <a:t>- Understand Dictionaries</a:t>
            </a:r>
          </a:p>
          <a:p>
            <a:r>
              <a:t>- Perform operations on Dictionaries</a:t>
            </a:r>
          </a:p>
          <a:p>
            <a:r>
              <a:t>- Use loops with Dictionaries</a:t>
            </a:r>
          </a:p>
          <a:p>
            <a:r>
              <a:t>- Solve practice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Tuple?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multiple values</a:t>
            </a:r>
          </a:p>
          <a:p>
            <a:r>
              <a:t>• Ordered</a:t>
            </a:r>
          </a:p>
          <a:p>
            <a:r>
              <a:t>• Immutable</a:t>
            </a:r>
          </a:p>
          <a:p>
            <a:r>
              <a:t>• Duplicate values allowed</a:t>
            </a:r>
          </a:p>
          <a:p/>
          <a:p>
            <a:r>
              <a:t>Syntax:</a:t>
            </a:r>
          </a:p>
          <a:p>
            <a:r>
              <a:t>numbers = (10, 20, 30, 40)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colors = ("red","green","blue")</a:t>
            </a:r>
          </a:p>
          <a:p>
            <a:r>
              <a:t>numbers = (1,2,3,4)</a:t>
            </a:r>
          </a:p>
          <a:p>
            <a:r>
              <a:t>mixed = ("Ali",20,True,95.5)</a:t>
            </a:r>
          </a:p>
          <a:p/>
          <a:p>
            <a:r>
              <a:t>data = (5,)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Tuple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fruits = ("apple","banana","mango")</a:t>
            </a:r>
          </a:p>
          <a:p>
            <a:r>
              <a:t>print(fruits[0])</a:t>
            </a:r>
          </a:p>
          <a:p>
            <a:r>
              <a:t>print(fruits[1])</a:t>
            </a:r>
          </a:p>
          <a:p>
            <a:r>
              <a:t>print(fruits[-1])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len(numbers)</a:t>
            </a:r>
          </a:p>
          <a:p>
            <a:r>
              <a:t>20 in numbers</a:t>
            </a:r>
          </a:p>
          <a:p>
            <a:r>
              <a:t>tuple1 + tuple2</a:t>
            </a:r>
          </a:p>
          <a:p>
            <a:r>
              <a:t>tuple1 *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count()</a:t>
            </a:r>
          </a:p>
          <a:p>
            <a:r>
              <a:t>index()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Immutable Nature of 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numbers = (10,20,30)</a:t>
            </a:r>
          </a:p>
          <a:p>
            <a:r>
              <a:t>numbers[0] = 100</a:t>
            </a:r>
          </a:p>
          <a:p>
            <a:r>
              <a:t>Result: TypeError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Iterating Through 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color in colors:</a:t>
            </a:r>
          </a:p>
          <a:p>
            <a:r>
              <a:t>    print(color)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Dictionary?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data in key-value pairs</a:t>
            </a:r>
          </a:p>
          <a:p>
            <a:r>
              <a:t>Ordered</a:t>
            </a:r>
          </a:p>
          <a:p>
            <a:r>
              <a:t>Mutable</a:t>
            </a:r>
          </a:p>
          <a:p>
            <a:r>
              <a:t>Keys are unique</a:t>
            </a:r>
          </a:p>
          <a:p/>
          <a:p>
            <a:r>
              <a:t>student = {"name":"Ali","age":20,"marks":85}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Dictionary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print(student["name"])</a:t>
            </a:r>
          </a:p>
          <a:p>
            <a:r>
              <a:t>print(student["marks"])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New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student["city"] = "Lahore"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student["age"] =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Removing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 student["age"]</a:t>
            </a:r>
          </a:p>
          <a:p>
            <a:r>
              <a:t>student.pop("age")</a:t>
            </a:r>
          </a:p>
          <a:p>
            <a:r>
              <a:t>student.clear()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keys()</a:t>
            </a:r>
          </a:p>
          <a:p>
            <a:r>
              <a:t>values()</a:t>
            </a:r>
          </a:p>
          <a:p>
            <a:r>
              <a:t>items()</a:t>
            </a:r>
          </a:p>
          <a:p>
            <a:r>
              <a:t>get()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and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"name" in student</a:t>
            </a:r>
          </a:p>
          <a:p>
            <a:r>
              <a:t>len(student)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Iterating Through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key,value in student.items():</a:t>
            </a:r>
          </a:p>
          <a:p>
            <a:r>
              <a:t>    print(key,value)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vs Tuple vs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List: Mutable, Index</a:t>
            </a:r>
          </a:p>
          <a:p>
            <a:r>
              <a:t>Tuple: Immutable, Index</a:t>
            </a:r>
          </a:p>
          <a:p>
            <a:r>
              <a:t>Dictionary: Mutable, Key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 1-5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 tuple of five fruits.</a:t>
            </a:r>
          </a:p>
          <a:p>
            <a:r>
              <a:t>2. Find tuple length.</a:t>
            </a:r>
          </a:p>
          <a:p>
            <a:r>
              <a:t>3. Count occurrences of 5.</a:t>
            </a:r>
          </a:p>
          <a:p>
            <a:r>
              <a:t>4. Find index of 30.</a:t>
            </a:r>
          </a:p>
          <a:p>
            <a:r>
              <a:t>5. Print tuple elements using loop.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Questions 6-10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 Create a student dictionary.</a:t>
            </a:r>
          </a:p>
          <a:p>
            <a:r>
              <a:t>7. Add marks.</a:t>
            </a:r>
          </a:p>
          <a:p>
            <a:r>
              <a:t>8. Update city.</a:t>
            </a:r>
          </a:p>
          <a:p>
            <a:r>
              <a:t>9. Print keys and values.</a:t>
            </a:r>
          </a:p>
          <a:p>
            <a:r>
              <a:t>10. Create products and prices dictionary.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Tuples:</a:t>
            </a:r>
          </a:p>
          <a:p>
            <a:r>
              <a:t>Ordered, Immutable</a:t>
            </a:r>
          </a:p>
          <a:p/>
          <a:p>
            <a:r>
              <a:t>Dictionaries:</a:t>
            </a:r>
          </a:p>
          <a:p>
            <a:r>
              <a:t>Key-Value pairs, Mutable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